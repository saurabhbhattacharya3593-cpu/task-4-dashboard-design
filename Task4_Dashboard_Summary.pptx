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/>
            </a:pPr>
            <a:r>
              <a:t>Sales &amp; Financial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Task 4 — Data Analyst Internship | Dashboard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Create an interactive view of sales and financial performance for business stakeholders.</a:t>
            </a:r>
          </a:p>
          <a:p>
            <a:pPr>
              <a:defRPr sz="2100"/>
            </a:pPr>
            <a:r>
              <a:t>Use KPI cards for Total Sales, Total Profit, Orders, and Profit Margin.</a:t>
            </a:r>
          </a:p>
          <a:p>
            <a:pPr>
              <a:defRPr sz="2100"/>
            </a:pPr>
            <a:r>
              <a:t>Use a consistent visual theme and clear labels for quick interpretation.</a:t>
            </a:r>
          </a:p>
          <a:p>
            <a:pPr>
              <a:defRPr sz="2100"/>
            </a:pPr>
            <a:r>
              <a:t>Provide date, region, and category filters so users can explore the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&amp;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KPI cards: summarize business performance at a glance.</a:t>
            </a:r>
          </a:p>
          <a:p>
            <a:pPr>
              <a:defRPr sz="2100"/>
            </a:pPr>
            <a:r>
              <a:t>Line chart: shows monthly sales and profit trends over time.</a:t>
            </a:r>
          </a:p>
          <a:p>
            <a:pPr>
              <a:defRPr sz="2100"/>
            </a:pPr>
            <a:r>
              <a:t>Grouped bar chart: compares sales and profit across regions.</a:t>
            </a:r>
          </a:p>
          <a:p>
            <a:pPr>
              <a:defRPr sz="2100"/>
            </a:pPr>
            <a:r>
              <a:t>Category/product charts: highlight sales contribution and top-selling products.</a:t>
            </a:r>
          </a:p>
          <a:p>
            <a:pPr>
              <a:defRPr sz="2100"/>
            </a:pPr>
            <a:r>
              <a:t>Data table and CSV download: support detailed follow-up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Preview</a:t>
            </a:r>
          </a:p>
        </p:txBody>
      </p:sp>
      <p:pic>
        <p:nvPicPr>
          <p:cNvPr id="3" name="Picture 2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6653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Which region and category contribute most to sales?</a:t>
            </a:r>
          </a:p>
          <a:p>
            <a:pPr>
              <a:defRPr sz="2100"/>
            </a:pPr>
            <a:r>
              <a:t>Are sales and profit moving in the same direction over time?</a:t>
            </a:r>
          </a:p>
          <a:p>
            <a:pPr>
              <a:defRPr sz="2100"/>
            </a:pPr>
            <a:r>
              <a:t>Which products deserve more attention based on sales contribution?</a:t>
            </a:r>
          </a:p>
          <a:p>
            <a:pPr>
              <a:defRPr sz="2100"/>
            </a:pPr>
            <a:r>
              <a:t>Recommended next step: investigate low-profit products and regions before increasing discounts.</a:t>
            </a:r>
          </a:p>
          <a:p>
            <a:pPr>
              <a:defRPr sz="2100"/>
            </a:pPr>
            <a:r>
              <a:t>Use the filters to validate whether a pattern holds across different periods and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Tools, Dataset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Tools: Python, Pandas, Streamlit, Plotly, and PowerPoint.</a:t>
            </a:r>
          </a:p>
          <a:p>
            <a:pPr>
              <a:defRPr sz="2100"/>
            </a:pPr>
            <a:r>
              <a:t>Streamlit is used as a free interactive alternative to Power BI/Tableau.</a:t>
            </a:r>
          </a:p>
          <a:p>
            <a:pPr>
              <a:defRPr sz="2100"/>
            </a:pPr>
            <a:r>
              <a:t>The included CSV is generated sample data for a ready-to-run demo.</a:t>
            </a:r>
          </a:p>
          <a:p>
            <a:pPr>
              <a:defRPr sz="2100"/>
            </a:pPr>
            <a:r>
              <a:t>For strict compliance with the task sheet, replace the sample CSV with a licensed Kaggle Sales/Financial dataset.</a:t>
            </a:r>
          </a:p>
          <a:p>
            <a:pPr>
              <a:defRPr sz="2100"/>
            </a:pPr>
            <a:r>
              <a:t>The dashboard is an app, not a Power BI .pbix or Tableau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